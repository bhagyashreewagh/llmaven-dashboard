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4652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4652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4652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944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4944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5236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5236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5236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5528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5528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5528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5820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5820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5820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9601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eScience Institute, University of Washington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1417320"/>
            <a:ext cx="7772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LLMoxie Analytics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548640" y="32004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how LLMs are used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research software engineering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864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Bhagyashree Wagh  ·  May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We're logging every LLM call.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what are we actually learning from it?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89888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2651760" cy="3154680"/>
          </a:xfrm>
          <a:prstGeom prst="rect">
            <a:avLst/>
          </a:prstGeom>
          <a:solidFill>
            <a:srgbClr val="EFF6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17320" y="1783080"/>
            <a:ext cx="731520" cy="7315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6192" y="1901952"/>
            <a:ext cx="493776" cy="49377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data, no structure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94360" y="31546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individual JSON files with no sessions, no easy querying, no aggregation.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91840" y="1554480"/>
            <a:ext cx="2651760" cy="3154680"/>
          </a:xfrm>
          <a:prstGeom prst="rect">
            <a:avLst/>
          </a:prstGeom>
          <a:solidFill>
            <a:srgbClr val="F0FDFA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251960" y="178308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1901952"/>
            <a:ext cx="493776" cy="4937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2900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 risk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429000" y="31546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user identities appear in raw logs. No anonymization before storage or analysis.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126480" y="1554480"/>
            <a:ext cx="2651760" cy="3154680"/>
          </a:xfrm>
          <a:prstGeom prst="rect">
            <a:avLst/>
          </a:prstGeom>
          <a:solidFill>
            <a:srgbClr val="EFF6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86600" y="1783080"/>
            <a:ext cx="731520" cy="7315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1901952"/>
            <a:ext cx="493776" cy="49377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6364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visibility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263640" y="31546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see which models are used most, who's spending what, or when usage spikes.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pipeline unlocks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logs to actionable research intelligence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06040" cy="1600200"/>
          </a:xfrm>
          <a:prstGeom prst="rect">
            <a:avLst/>
          </a:prstGeom>
          <a:solidFill>
            <a:srgbClr val="F0FDFA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75488" y="1554480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609344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24128" y="15544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Proper Sessions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75488" y="20574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individual requests into sessions to see full conversation context, not isolated calls.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0" y="1371600"/>
            <a:ext cx="2606040" cy="1600200"/>
          </a:xfrm>
          <a:prstGeom prst="rect">
            <a:avLst/>
          </a:prstGeom>
          <a:solidFill>
            <a:srgbClr val="EFF6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310128" y="1554480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1609344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58768" y="15544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Anonymized Data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10128" y="20574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identities replaced with consistent anonymous IDs. Reversible internally by admins.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371600"/>
            <a:ext cx="2606040" cy="1600200"/>
          </a:xfrm>
          <a:prstGeom prst="rect">
            <a:avLst/>
          </a:prstGeom>
          <a:solidFill>
            <a:srgbClr val="F0FDFA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144768" y="1554480"/>
            <a:ext cx="475488" cy="47548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609344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693408" y="15544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 + Querying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144768" y="20574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Streamlit dashboard with cost, usage, latency, and session analytics across 6 views.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1737360" y="3154680"/>
            <a:ext cx="2606040" cy="1600200"/>
          </a:xfrm>
          <a:prstGeom prst="rect">
            <a:avLst/>
          </a:prstGeom>
          <a:solidFill>
            <a:srgbClr val="EFF6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847088" y="3337560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1952" y="3392424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395728" y="33375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Fine-tuning Datasets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1847088" y="384048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curated interaction data to generate datasets for model fine-tuning.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800600" y="3154680"/>
            <a:ext cx="2606040" cy="1600200"/>
          </a:xfrm>
          <a:prstGeom prst="rect">
            <a:avLst/>
          </a:prstGeom>
          <a:solidFill>
            <a:srgbClr val="F0FDFA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910328" y="3337560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5192" y="3392424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458968" y="33375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Evaluate Tool Use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910328" y="384048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how researchers use tools, skills, and MCP servers in practice.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pipeline, three steps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514600" cy="2194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64208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LiteLLM Proxy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every API call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one JSON file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246120" y="1463040"/>
            <a:ext cx="2514600" cy="2194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55848" y="1664208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Azure Data Lake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55848" y="2331720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litellm-logs container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logs/YYYY/MM/DD/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35040" y="1463040"/>
            <a:ext cx="2514600" cy="21945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44768" y="1664208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Streamlit Dashboard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44768" y="2331720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all data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Refreshes every 5 min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926080" y="2510028"/>
            <a:ext cx="256032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54096" y="240030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742432" y="2510028"/>
            <a:ext cx="256032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70448" y="240030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379476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every API call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one .json file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46120" y="379476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4,900+ files · 1.3 GB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 onwards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35040" y="379476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 azurewebsites.net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Anonymized · No PII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been built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42416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69848"/>
            <a:ext cx="237744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005840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connected to Azure Data Lake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457200" y="1527048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237744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490472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all historical data (4,900+ log files)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457200" y="2011680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39112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4400" y="1975104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analytics tabs: Overview, Cost, Time, Users, Sessions, AI Q&amp;A</a:t>
            </a:r>
            <a:endParaRPr lang="en-US" sz="1350" dirty="0"/>
          </a:p>
        </p:txBody>
      </p:sp>
      <p:sp>
        <p:nvSpPr>
          <p:cNvPr id="12" name="Shape 7"/>
          <p:cNvSpPr/>
          <p:nvPr/>
        </p:nvSpPr>
        <p:spPr>
          <a:xfrm>
            <a:off x="457200" y="2496312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523744"/>
            <a:ext cx="237744" cy="23774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14400" y="2459736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Reversible PII anonymization (user_001, user_002...)</a:t>
            </a:r>
            <a:endParaRPr lang="en-US" sz="1350" dirty="0"/>
          </a:p>
        </p:txBody>
      </p:sp>
      <p:sp>
        <p:nvSpPr>
          <p:cNvPr id="15" name="Shape 9"/>
          <p:cNvSpPr/>
          <p:nvPr/>
        </p:nvSpPr>
        <p:spPr>
          <a:xfrm>
            <a:off x="457200" y="2980944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008376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14400" y="2944368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mapping stored securely in Azure Key Vault</a:t>
            </a:r>
            <a:endParaRPr lang="en-US" sz="1350" dirty="0"/>
          </a:p>
        </p:txBody>
      </p:sp>
      <p:sp>
        <p:nvSpPr>
          <p:cNvPr id="18" name="Shape 11"/>
          <p:cNvSpPr/>
          <p:nvPr/>
        </p:nvSpPr>
        <p:spPr>
          <a:xfrm>
            <a:off x="457200" y="3465576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493008"/>
            <a:ext cx="237744" cy="237744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914400" y="3429000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Auto-refresh every 5 minutes, always current</a:t>
            </a:r>
            <a:endParaRPr lang="en-US" sz="1350" dirty="0"/>
          </a:p>
        </p:txBody>
      </p:sp>
      <p:sp>
        <p:nvSpPr>
          <p:cNvPr id="21" name="Shape 13"/>
          <p:cNvSpPr/>
          <p:nvPr/>
        </p:nvSpPr>
        <p:spPr>
          <a:xfrm>
            <a:off x="457200" y="3950208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3977640"/>
            <a:ext cx="237744" cy="237744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914400" y="3913632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Azure App Service with managed identity</a:t>
            </a:r>
            <a:endParaRPr lang="en-US" sz="1350" dirty="0"/>
          </a:p>
        </p:txBody>
      </p:sp>
      <p:sp>
        <p:nvSpPr>
          <p:cNvPr id="24" name="Shape 15"/>
          <p:cNvSpPr/>
          <p:nvPr/>
        </p:nvSpPr>
        <p:spPr>
          <a:xfrm>
            <a:off x="6492240" y="1005840"/>
            <a:ext cx="2194560" cy="33832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5000"/>
              </a:srgbClr>
            </a:outerShdw>
          </a:effectLst>
        </p:spPr>
      </p:sp>
      <p:sp>
        <p:nvSpPr>
          <p:cNvPr id="25" name="Text 16"/>
          <p:cNvSpPr/>
          <p:nvPr/>
        </p:nvSpPr>
        <p:spPr>
          <a:xfrm>
            <a:off x="6492240" y="1143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6" name="Text 17"/>
          <p:cNvSpPr/>
          <p:nvPr/>
        </p:nvSpPr>
        <p:spPr>
          <a:xfrm>
            <a:off x="6492240" y="14447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Completed</a:t>
            </a:r>
            <a:endParaRPr lang="en-US" sz="1800" dirty="0"/>
          </a:p>
        </p:txBody>
      </p:sp>
      <p:sp>
        <p:nvSpPr>
          <p:cNvPr id="27" name="Text 18"/>
          <p:cNvSpPr/>
          <p:nvPr/>
        </p:nvSpPr>
        <p:spPr>
          <a:xfrm>
            <a:off x="6492240" y="2057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4,900+</a:t>
            </a:r>
            <a:endParaRPr lang="en-US" sz="2000" dirty="0"/>
          </a:p>
        </p:txBody>
      </p:sp>
      <p:sp>
        <p:nvSpPr>
          <p:cNvPr id="28" name="Text 19"/>
          <p:cNvSpPr/>
          <p:nvPr/>
        </p:nvSpPr>
        <p:spPr>
          <a:xfrm>
            <a:off x="6492240" y="2340864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files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6492240" y="261518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000" dirty="0"/>
          </a:p>
        </p:txBody>
      </p:sp>
      <p:sp>
        <p:nvSpPr>
          <p:cNvPr id="30" name="Text 21"/>
          <p:cNvSpPr/>
          <p:nvPr/>
        </p:nvSpPr>
        <p:spPr>
          <a:xfrm>
            <a:off x="6492240" y="289864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tabs</a:t>
            </a:r>
            <a:endParaRPr lang="en-US" sz="1100" dirty="0"/>
          </a:p>
        </p:txBody>
      </p:sp>
      <p:sp>
        <p:nvSpPr>
          <p:cNvPr id="31" name="Text 22"/>
          <p:cNvSpPr/>
          <p:nvPr/>
        </p:nvSpPr>
        <p:spPr>
          <a:xfrm>
            <a:off x="6492240" y="31729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PII</a:t>
            </a:r>
            <a:endParaRPr lang="en-US" sz="2000" dirty="0"/>
          </a:p>
        </p:txBody>
      </p:sp>
      <p:sp>
        <p:nvSpPr>
          <p:cNvPr id="32" name="Text 23"/>
          <p:cNvSpPr/>
          <p:nvPr/>
        </p:nvSpPr>
        <p:spPr>
          <a:xfrm>
            <a:off x="6492240" y="34564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6492240" y="37307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min</a:t>
            </a:r>
            <a:endParaRPr lang="en-US" sz="2000" dirty="0"/>
          </a:p>
        </p:txBody>
      </p:sp>
      <p:sp>
        <p:nvSpPr>
          <p:cNvPr id="34" name="Text 25"/>
          <p:cNvSpPr/>
          <p:nvPr/>
        </p:nvSpPr>
        <p:spPr>
          <a:xfrm>
            <a:off x="6492240" y="401421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cycle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dashboard: 6 views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207008"/>
            <a:ext cx="329184" cy="32918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07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68680" y="1170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4447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spend, requests, tokens and error rate at a glance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167128"/>
            <a:ext cx="329184" cy="32918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1305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Explorer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24048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by model, team and user to break down the bill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127248"/>
            <a:ext cx="329184" cy="32918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30906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Intelligence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33649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and daily patterns showing when researchers are most active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46320" y="1207008"/>
            <a:ext cx="329184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1207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57800" y="1170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57800" y="14447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spend and activity (anonymized: user_001, user_002, ...)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2167128"/>
            <a:ext cx="329184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57800" y="21305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57800" y="24048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 grouped by session ID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846320" y="3127248"/>
            <a:ext cx="329184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57800" y="30906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 the Data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257800" y="33649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Q&amp;A powered by Claude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8006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llmaven-prod-streamlit.azurewebsites.net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4572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9144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3716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03720" y="4572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03720" y="9144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03720" y="13716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06640" y="4572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06640" y="9144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06640" y="13716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09560" y="4572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09560" y="9144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9560" y="13716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3800" dirty="0"/>
          </a:p>
        </p:txBody>
      </p:sp>
      <p:sp>
        <p:nvSpPr>
          <p:cNvPr id="16" name="Shape 14"/>
          <p:cNvSpPr/>
          <p:nvPr/>
        </p:nvSpPr>
        <p:spPr>
          <a:xfrm>
            <a:off x="365760" y="1508760"/>
            <a:ext cx="3977640" cy="14173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0352" y="1709928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764792"/>
            <a:ext cx="365760" cy="36576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115568" y="17099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Historical data ingestion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30352" y="225856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historical data (80-90 days) being loaded; dashboard will show the complete picture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754880" y="1508760"/>
            <a:ext cx="3977640" cy="14173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919472" y="1709928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764792"/>
            <a:ext cx="365760" cy="36576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504688" y="17099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Fine-tuning dataset generation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4919472" y="225856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anonymized session data in training format for model fine-tuning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365760" y="3246120"/>
            <a:ext cx="3977640" cy="14173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530352" y="3447288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502152"/>
            <a:ext cx="365760" cy="36576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1115568" y="34472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and MCP usage evaluation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530352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which tools, skills, and MCP servers researchers rely on most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4754880" y="3246120"/>
            <a:ext cx="3977640" cy="14173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4919472" y="3447288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3502152"/>
            <a:ext cx="365760" cy="36576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5504688" y="34472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Programmatic access</a:t>
            </a:r>
            <a:endParaRPr lang="en-US" sz="1400" dirty="0"/>
          </a:p>
        </p:txBody>
      </p:sp>
      <p:sp>
        <p:nvSpPr>
          <p:cNvPr id="35" name="Text 29"/>
          <p:cNvSpPr/>
          <p:nvPr/>
        </p:nvSpPr>
        <p:spPr>
          <a:xfrm>
            <a:off x="4919472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API so teams can pull usage data into notebooks and reports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LLMoxie Analytics Pipeline</dc:title>
  <dc:subject>PptxGenJS Presentation</dc:subject>
  <dc:creator>Bhagyashree Wagh</dc:creator>
  <cp:lastModifiedBy>Bhagyashree Wagh</cp:lastModifiedBy>
  <cp:revision>1</cp:revision>
  <dcterms:created xsi:type="dcterms:W3CDTF">2026-05-31T00:24:13Z</dcterms:created>
  <dcterms:modified xsi:type="dcterms:W3CDTF">2026-05-31T00:24:13Z</dcterms:modified>
</cp:coreProperties>
</file>