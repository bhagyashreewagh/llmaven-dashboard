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94360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4652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4652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4652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5236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5236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5236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5528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5528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58200" y="38404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58200" y="42976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8200" y="475488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9601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eScience Institute, University of Washington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1417320"/>
            <a:ext cx="7772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LLMoxie Analytics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548640" y="32004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how LLMs are used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research software engineering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Bhagyashree Wagh  ·  May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We're logging every LLM call.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96112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are we actually learning from it?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8229600" cy="2286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2651760" cy="315468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17320" y="1783080"/>
            <a:ext cx="731520" cy="7315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192" y="1901952"/>
            <a:ext cx="493776" cy="49377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 data, no structure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9436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individual JSON files with no sessions, no easy querying, no aggregation.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91840" y="1554480"/>
            <a:ext cx="2651760" cy="315468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251960" y="1783080"/>
            <a:ext cx="731520" cy="731520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1901952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Privacy risk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42900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identities appear in raw logs. No anonymization before storage or analysis.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26480" y="1554480"/>
            <a:ext cx="2651760" cy="315468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086600" y="1783080"/>
            <a:ext cx="731520" cy="73152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1901952"/>
            <a:ext cx="493776" cy="49377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63640" y="26517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26364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see which models are used most, who's spending what, or when usage spikes.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pipeline unlocks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logs to actionable research intelligence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75488" y="155448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09344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412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Proper Sessions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7548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individual requests into sessions to see full conversation context, not isolated calls.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0" y="1371600"/>
            <a:ext cx="2606040" cy="160020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10128" y="155448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609344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85876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Anonymized Data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1012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identities replaced with consistent anonymous IDs. Reversible internally by admins.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37160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144768" y="1554480"/>
            <a:ext cx="475488" cy="47548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1609344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93408" y="1554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+ Querying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144768" y="205740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with cost, usage, latency, and session analytics across 6 views.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737360" y="3154680"/>
            <a:ext cx="2606040" cy="1600200"/>
          </a:xfrm>
          <a:prstGeom prst="rect">
            <a:avLst/>
          </a:prstGeom>
          <a:solidFill>
            <a:srgbClr val="EFF6FF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847088" y="3337560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1952" y="3392424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39572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Datasets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1847088" y="38404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curated interaction data to generate datasets for model fine-tuning.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800600" y="3154680"/>
            <a:ext cx="2606040" cy="1600200"/>
          </a:xfrm>
          <a:prstGeom prst="rect">
            <a:avLst/>
          </a:prstGeom>
          <a:solidFill>
            <a:srgbClr val="F0FDFA"/>
          </a:solidFill>
          <a:ln w="9525">
            <a:solidFill>
              <a:srgbClr val="CBD5E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7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910328" y="3337560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5192" y="3392424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45896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Evaluate Tool Use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4910328" y="3840480"/>
            <a:ext cx="23957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how researchers use tools, skills, and MCP servers in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pipeline, three steps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514600" cy="21945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LiteLLM Proxy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API call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JSON file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46120" y="1463040"/>
            <a:ext cx="2514600" cy="21945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5584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 Data Lake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35584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litellm-logs container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logs/YYYY/MM/DD/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035040" y="1463040"/>
            <a:ext cx="2514600" cy="21945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44768" y="1664208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Streamlit Dashboard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44768" y="2331720"/>
            <a:ext cx="2295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data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B2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Refreshes every 5 min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2510028"/>
            <a:ext cx="256032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54096" y="240030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42432" y="2510028"/>
            <a:ext cx="256032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0448" y="2400300"/>
            <a:ext cx="292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every API call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one .json file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4612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4,900+ files · 1.3 GB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onwards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379476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at azurewebsites.net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Anonymized · No PII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been built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069848"/>
            <a:ext cx="237744" cy="2377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00584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 connected to Azure Data Lake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457200" y="152704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54480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14400" y="149047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all historical data (4,900+ log files)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457200" y="2011680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39112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14400" y="1975104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analytics tabs: Overview, Cost, Time, Users, Sessions, AI Q&amp;A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457200" y="2496312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23744"/>
            <a:ext cx="237744" cy="23774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914400" y="2459736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 PII anonymization (user_001, user_002...)</a:t>
            </a:r>
            <a:endParaRPr lang="en-US" sz="1350" dirty="0"/>
          </a:p>
        </p:txBody>
      </p:sp>
      <p:sp>
        <p:nvSpPr>
          <p:cNvPr id="15" name="Shape 9"/>
          <p:cNvSpPr/>
          <p:nvPr/>
        </p:nvSpPr>
        <p:spPr>
          <a:xfrm>
            <a:off x="457200" y="2980944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008376"/>
            <a:ext cx="237744" cy="23774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914400" y="2944368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mapping stored securely in Azure Key Vault</a:t>
            </a:r>
            <a:endParaRPr lang="en-US" sz="1350" dirty="0"/>
          </a:p>
        </p:txBody>
      </p:sp>
      <p:sp>
        <p:nvSpPr>
          <p:cNvPr id="18" name="Shape 11"/>
          <p:cNvSpPr/>
          <p:nvPr/>
        </p:nvSpPr>
        <p:spPr>
          <a:xfrm>
            <a:off x="457200" y="3465576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" y="3493008"/>
            <a:ext cx="237744" cy="237744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914400" y="34290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Auto-refresh every 5 minutes, always current</a:t>
            </a:r>
            <a:endParaRPr lang="en-US" sz="1350" dirty="0"/>
          </a:p>
        </p:txBody>
      </p:sp>
      <p:sp>
        <p:nvSpPr>
          <p:cNvPr id="21" name="Shape 13"/>
          <p:cNvSpPr/>
          <p:nvPr/>
        </p:nvSpPr>
        <p:spPr>
          <a:xfrm>
            <a:off x="457200" y="3950208"/>
            <a:ext cx="329184" cy="329184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3977640"/>
            <a:ext cx="237744" cy="237744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914400" y="3913632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Azure App Service with managed identity</a:t>
            </a:r>
            <a:endParaRPr lang="en-US" sz="1350" dirty="0"/>
          </a:p>
        </p:txBody>
      </p:sp>
      <p:sp>
        <p:nvSpPr>
          <p:cNvPr id="24" name="Shape 15"/>
          <p:cNvSpPr/>
          <p:nvPr/>
        </p:nvSpPr>
        <p:spPr>
          <a:xfrm>
            <a:off x="6492240" y="1005840"/>
            <a:ext cx="2194560" cy="33832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5000"/>
              </a:srgbClr>
            </a:outerShdw>
          </a:effectLst>
        </p:spPr>
      </p:sp>
      <p:sp>
        <p:nvSpPr>
          <p:cNvPr id="25" name="Text 16"/>
          <p:cNvSpPr/>
          <p:nvPr/>
        </p:nvSpPr>
        <p:spPr>
          <a:xfrm>
            <a:off x="6492240" y="11430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6492240" y="144475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Completed</a:t>
            </a:r>
            <a:endParaRPr lang="en-US" sz="1800" dirty="0"/>
          </a:p>
        </p:txBody>
      </p:sp>
      <p:sp>
        <p:nvSpPr>
          <p:cNvPr id="27" name="Text 18"/>
          <p:cNvSpPr/>
          <p:nvPr/>
        </p:nvSpPr>
        <p:spPr>
          <a:xfrm>
            <a:off x="6492240" y="20574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4,900+</a:t>
            </a:r>
            <a:endParaRPr lang="en-US" sz="2000" dirty="0"/>
          </a:p>
        </p:txBody>
      </p:sp>
      <p:sp>
        <p:nvSpPr>
          <p:cNvPr id="28" name="Text 19"/>
          <p:cNvSpPr/>
          <p:nvPr/>
        </p:nvSpPr>
        <p:spPr>
          <a:xfrm>
            <a:off x="6492240" y="2340864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files</a:t>
            </a:r>
            <a:endParaRPr lang="en-US" sz="1100" dirty="0"/>
          </a:p>
        </p:txBody>
      </p:sp>
      <p:sp>
        <p:nvSpPr>
          <p:cNvPr id="29" name="Text 20"/>
          <p:cNvSpPr/>
          <p:nvPr/>
        </p:nvSpPr>
        <p:spPr>
          <a:xfrm>
            <a:off x="6492240" y="2615184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000" dirty="0"/>
          </a:p>
        </p:txBody>
      </p:sp>
      <p:sp>
        <p:nvSpPr>
          <p:cNvPr id="30" name="Text 21"/>
          <p:cNvSpPr/>
          <p:nvPr/>
        </p:nvSpPr>
        <p:spPr>
          <a:xfrm>
            <a:off x="6492240" y="2898648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tabs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6492240" y="31729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PII</a:t>
            </a:r>
            <a:endParaRPr lang="en-US" sz="2000" dirty="0"/>
          </a:p>
        </p:txBody>
      </p:sp>
      <p:sp>
        <p:nvSpPr>
          <p:cNvPr id="32" name="Text 23"/>
          <p:cNvSpPr/>
          <p:nvPr/>
        </p:nvSpPr>
        <p:spPr>
          <a:xfrm>
            <a:off x="6492240" y="3456432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6492240" y="37307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min</a:t>
            </a:r>
            <a:endParaRPr lang="en-US" sz="2000" dirty="0"/>
          </a:p>
        </p:txBody>
      </p:sp>
      <p:sp>
        <p:nvSpPr>
          <p:cNvPr id="34" name="Text 25"/>
          <p:cNvSpPr/>
          <p:nvPr/>
        </p:nvSpPr>
        <p:spPr>
          <a:xfrm>
            <a:off x="6492240" y="4014216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cycle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dashboard: 6 views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20700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6868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4447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spend, requests, tokens and error rate at a glance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16712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130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Explorer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2404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by model, team and user to break down the bill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329184" cy="329184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30906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 Intelligence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3364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and daily patterns showing when researchers are most active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120700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257800" y="1170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57800" y="144475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spend and activity (anonymized: user_001, user_002, ...)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16712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257800" y="2130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Sessions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57800" y="240487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Multi-turn conversations grouped by session ID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127248"/>
            <a:ext cx="329184" cy="32918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0" y="31272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57800" y="30906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the Data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57800" y="33649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Q&amp;A powered by Claude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0" y="4773168"/>
            <a:ext cx="9144000" cy="3657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4800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llmaven-prod-streamlit.azurewebsites.net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0372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0372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0372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0664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0664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0664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09560" y="4572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09560" y="9144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9560" y="1371600"/>
            <a:ext cx="91440" cy="91440"/>
          </a:xfrm>
          <a:prstGeom prst="ellipse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3800" dirty="0"/>
          </a:p>
        </p:txBody>
      </p:sp>
      <p:sp>
        <p:nvSpPr>
          <p:cNvPr id="16" name="Shape 14"/>
          <p:cNvSpPr/>
          <p:nvPr/>
        </p:nvSpPr>
        <p:spPr>
          <a:xfrm>
            <a:off x="365760" y="150876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30352" y="170992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764792"/>
            <a:ext cx="365760" cy="36576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115568" y="17099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Historical data ingestion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30352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historical data (8-day dump) being loaded; dashboard will show the complete picture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754880" y="150876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4919472" y="170992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764792"/>
            <a:ext cx="365760" cy="36576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5504688" y="170992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dataset generation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4919472" y="225856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anonymized session data in training format for model fine-tuning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5760" y="324612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30352" y="3447288"/>
            <a:ext cx="475488" cy="475488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3502152"/>
            <a:ext cx="365760" cy="36576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115568" y="3447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and MCP usage evaluation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30352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which tools, skills, and MCP servers researchers rely on most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4754880" y="3246120"/>
            <a:ext cx="3977640" cy="1417320"/>
          </a:xfrm>
          <a:prstGeom prst="rect">
            <a:avLst/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40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4919472" y="3447288"/>
            <a:ext cx="475488" cy="47548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502152"/>
            <a:ext cx="365760" cy="36576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5504688" y="3447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Programmatic access</a:t>
            </a:r>
            <a:endParaRPr lang="en-US" sz="1400" dirty="0"/>
          </a:p>
        </p:txBody>
      </p:sp>
      <p:sp>
        <p:nvSpPr>
          <p:cNvPr id="35" name="Text 29"/>
          <p:cNvSpPr/>
          <p:nvPr/>
        </p:nvSpPr>
        <p:spPr>
          <a:xfrm>
            <a:off x="4919472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API so teams can pull usage data into notebooks and reports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LLMoxie Analytics Pipeline</dc:title>
  <dc:subject>PptxGenJS Presentation</dc:subject>
  <dc:creator>Bhagyashree Wagh</dc:creator>
  <cp:lastModifiedBy>Bhagyashree Wagh</cp:lastModifiedBy>
  <cp:revision>1</cp:revision>
  <dcterms:created xsi:type="dcterms:W3CDTF">2026-05-31T00:24:44Z</dcterms:created>
  <dcterms:modified xsi:type="dcterms:W3CDTF">2026-05-31T00:24:44Z</dcterms:modified>
</cp:coreProperties>
</file>