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4652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652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38404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0" y="42976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75488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eScience Institute, University of Washington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141732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LLMoxie Analytics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LLMs are used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research software engineering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Bhagyashree Wagh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logging every LLM call.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are we actually learning from it?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315468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783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190195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data, no structure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individual JSON files with no sessions, no easy querying, no aggregation.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51760" cy="315468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1960" y="178308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90195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risk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 identities appear in raw logs. No anonymization before storage or analysis.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554480"/>
            <a:ext cx="2651760" cy="315468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86600" y="1783080"/>
            <a:ext cx="731520" cy="7315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901952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1546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which models are used most, who's spending what, or when usage spikes.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pipeline unlocks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logs to actionable research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55448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093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 Sessions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individual requests into sessions to see full conversation context, not isolated calls.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06040" cy="16002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10128" y="155448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0934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Anonymized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1012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identities replaced with consistent anonymous IDs. Reversible internally by admins.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55448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6093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55448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+ Querying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44768" y="205740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dashboard with cost, usage, latency, and session analytics across 6 views.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737360" y="3154680"/>
            <a:ext cx="2606040" cy="1600200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47088" y="3337560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33924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9572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Datasets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47088" y="384048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curated interaction data to generate datasets for model fine-tuning.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800600" y="3154680"/>
            <a:ext cx="2606040" cy="1600200"/>
          </a:xfrm>
          <a:prstGeom prst="rect">
            <a:avLst/>
          </a:prstGeom>
          <a:solidFill>
            <a:srgbClr val="F0FDFA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0328" y="33375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392424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33375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Tool Use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910328" y="3840480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researchers use tools, skills, and MCP servers in practice.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three steps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14600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LiteLLM Proxy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API call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JSON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514600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Data Lake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5584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litellm-logs container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logs/YYYY/MM/DD/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514600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44768" y="1664208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44768" y="2331720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data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 5 min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0" y="25100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54096" y="240030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42432" y="2510028"/>
            <a:ext cx="25603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40030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API call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.json 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4612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4,900+ files · 1.3 GB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8-day dump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3794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azurewebsites.net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· No PII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been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4241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6984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0584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connected to Azure Data Lake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57200" y="152704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49047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historical data (4,900+ log files)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201168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91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197510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analytics tabs: Overview, Cost, Time, Users, Sessions, AI Q&amp;A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457200" y="24963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23744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24597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PII anonymization (user_001, user_002...)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457200" y="298094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08376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94436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mapping stored securely in Azure Key Vault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457200" y="346557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93008"/>
            <a:ext cx="237744" cy="23774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14400" y="34290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every 5 minutes, always current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457200" y="39502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77640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14400" y="391363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Azure App Service with managed identity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492240" y="1005840"/>
            <a:ext cx="219456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16"/>
          <p:cNvSpPr/>
          <p:nvPr/>
        </p:nvSpPr>
        <p:spPr>
          <a:xfrm>
            <a:off x="649224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6492240" y="14447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27" name="Text 18"/>
          <p:cNvSpPr/>
          <p:nvPr/>
        </p:nvSpPr>
        <p:spPr>
          <a:xfrm>
            <a:off x="649224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4,900+</a:t>
            </a:r>
            <a:endParaRPr lang="en-US" sz="2000" dirty="0"/>
          </a:p>
        </p:txBody>
      </p:sp>
      <p:sp>
        <p:nvSpPr>
          <p:cNvPr id="28" name="Text 19"/>
          <p:cNvSpPr/>
          <p:nvPr/>
        </p:nvSpPr>
        <p:spPr>
          <a:xfrm>
            <a:off x="6492240" y="234086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6492240" y="2615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30" name="Text 21"/>
          <p:cNvSpPr/>
          <p:nvPr/>
        </p:nvSpPr>
        <p:spPr>
          <a:xfrm>
            <a:off x="6492240" y="28986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6492240" y="3172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PII</a:t>
            </a:r>
            <a:endParaRPr lang="en-US" sz="2000" dirty="0"/>
          </a:p>
        </p:txBody>
      </p:sp>
      <p:sp>
        <p:nvSpPr>
          <p:cNvPr id="32" name="Text 23"/>
          <p:cNvSpPr/>
          <p:nvPr/>
        </p:nvSpPr>
        <p:spPr>
          <a:xfrm>
            <a:off x="6492240" y="34564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49224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2000" dirty="0"/>
          </a:p>
        </p:txBody>
      </p:sp>
      <p:sp>
        <p:nvSpPr>
          <p:cNvPr id="34" name="Text 25"/>
          <p:cNvSpPr/>
          <p:nvPr/>
        </p:nvSpPr>
        <p:spPr>
          <a:xfrm>
            <a:off x="6492240" y="40142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cycle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dashboard: 6 views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spend, requests, tokens and error rate at a glance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Explorer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404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model, team and user to break down the bill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329184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Intelligence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and daily patterns showing when researchers are most active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120700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7800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spend and activity (anonymized: user_001, user_002, ...)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216712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404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 grouped by session ID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3127248"/>
            <a:ext cx="32918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78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the Data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3364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powered by Claude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llmaven-prod-streamlit.azurewebsites.net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0372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09560" y="4572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9560" y="9144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0" y="1371600"/>
            <a:ext cx="91440" cy="914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65760" y="150876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170992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64792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15568" y="17099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data ingestion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30352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historical data being loaded; dashboard will show the complete picture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754880" y="150876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19472" y="170992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764792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04688" y="170992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dataset generation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19472" y="22585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anonymized session data in training format for model fine-tuning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65760" y="324612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30352" y="344728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502152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15568" y="3447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and MCP usage evaluation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30352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which tools, skills, and MCP servers researchers rely on most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754880" y="3246120"/>
            <a:ext cx="3977640" cy="1417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919472" y="344728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502152"/>
            <a:ext cx="365760" cy="36576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504688" y="34472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Programmatic access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4919472" y="399592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 so teams can pull usage data into notebooks and reports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LLMoxie Analytics Pipeline</dc:title>
  <dc:subject>PptxGenJS Presentation</dc:subject>
  <dc:creator>Bhagyashree Wagh</dc:creator>
  <cp:lastModifiedBy>Bhagyashree Wagh</cp:lastModifiedBy>
  <cp:revision>1</cp:revision>
  <dcterms:created xsi:type="dcterms:W3CDTF">2026-05-31T00:26:47Z</dcterms:created>
  <dcterms:modified xsi:type="dcterms:W3CDTF">2026-05-31T00:26:47Z</dcterms:modified>
</cp:coreProperties>
</file>