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8404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2976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47548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0" y="38404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6520" y="42976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47548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38404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42976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47548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38404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2360" y="42976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47548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8404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42976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47548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58200" y="38404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42976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47548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 / eScience Institute · University of Washington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1417320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LLMaven Analytics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548640" y="32004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LLMs are used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research software engineering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Bhagyashree Wagh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logging every LLM call.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what are we actually learning from it?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51760" cy="315468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78308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190195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data, no structure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individual JSON files — no sessions, no easy querying, no aggregation.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554480"/>
            <a:ext cx="2651760" cy="3154680"/>
          </a:xfrm>
          <a:prstGeom prst="rect">
            <a:avLst/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178308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90195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risk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29000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identities appear in raw logs. No anonymization before storage or analysis.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1554480"/>
            <a:ext cx="2651760" cy="315468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86600" y="178308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901952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visibility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63640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see which models are used most, who's spending what, or when usage spikes.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pipeline unlocks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logs to actionable research intelligence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06040" cy="1600200"/>
          </a:xfrm>
          <a:prstGeom prst="rect">
            <a:avLst/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5544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0934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554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 Sessions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" y="205740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individual requests into sessions — see full conversation context, not isolated calls.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371600"/>
            <a:ext cx="2606040" cy="16002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10128" y="155448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0934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58768" y="1554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Anonymized Data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10128" y="205740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identities replaced with consistent anonymous IDs. Reversible internally by admins.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06040" cy="1600200"/>
          </a:xfrm>
          <a:prstGeom prst="rect">
            <a:avLst/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44768" y="1554480"/>
            <a:ext cx="475488" cy="47548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60934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3408" y="1554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+ Querying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44768" y="205740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dashboard with cost, usage, latency, and cache analytics across 7 views.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737360" y="3154680"/>
            <a:ext cx="2606040" cy="16002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847088" y="333756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952" y="339242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395728" y="33375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 Datasets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847088" y="384048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curated interaction data to generate datasets for model fine-tuning.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800600" y="3154680"/>
            <a:ext cx="2606040" cy="1600200"/>
          </a:xfrm>
          <a:prstGeom prst="rect">
            <a:avLst/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910328" y="333756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3392424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58968" y="33375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Tool Use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910328" y="384048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researchers use tools, skills, and MCP servers in practice.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direct — no ETL jobs, no intermediary databases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14600" cy="2194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64208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LiteLLM Proxy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331720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API call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one JSON file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514600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1664208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Data Lake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55848" y="2331720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litellm-logs container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logs/YYYY/MM/DD/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14600" cy="2194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1664208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44768" y="2331720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data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Refreshes every 5 min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926080" y="2510028"/>
            <a:ext cx="25603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4096" y="240030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42432" y="2510028"/>
            <a:ext cx="25603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0448" y="240030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Carlos's proxy writes 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.json per request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4,900+ files · 1.3 GB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May–present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azurewebsites.net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· No PII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been built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42416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6984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0584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connected to Azure Data Lake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152704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49047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historical data — 4,900+ log files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457200" y="201168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3911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1975104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analytics tabs: Cost, Usage, Time, Users, Cache, Sessions, AI Q&amp;A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457200" y="2496312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523744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245973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PII anonymization (user_001, user_002…)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457200" y="2980944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008376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294436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mapping stored securely in Azure Key Vault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457200" y="3465576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493008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14400" y="342900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every 5 minutes — always current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457200" y="395020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977640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14400" y="391363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Azure App Service with managed identity</a:t>
            </a:r>
            <a:endParaRPr lang="en-US" sz="1350" dirty="0"/>
          </a:p>
        </p:txBody>
      </p:sp>
      <p:sp>
        <p:nvSpPr>
          <p:cNvPr id="24" name="Shape 15"/>
          <p:cNvSpPr/>
          <p:nvPr/>
        </p:nvSpPr>
        <p:spPr>
          <a:xfrm>
            <a:off x="6492240" y="1005840"/>
            <a:ext cx="2194560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16"/>
          <p:cNvSpPr/>
          <p:nvPr/>
        </p:nvSpPr>
        <p:spPr>
          <a:xfrm>
            <a:off x="649224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6492240" y="14447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Progress</a:t>
            </a:r>
            <a:endParaRPr lang="en-US" sz="1800" dirty="0"/>
          </a:p>
        </p:txBody>
      </p:sp>
      <p:sp>
        <p:nvSpPr>
          <p:cNvPr id="27" name="Text 18"/>
          <p:cNvSpPr/>
          <p:nvPr/>
        </p:nvSpPr>
        <p:spPr>
          <a:xfrm>
            <a:off x="6492240" y="2057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4,900+</a:t>
            </a:r>
            <a:endParaRPr lang="en-US" sz="2000" dirty="0"/>
          </a:p>
        </p:txBody>
      </p:sp>
      <p:sp>
        <p:nvSpPr>
          <p:cNvPr id="28" name="Text 19"/>
          <p:cNvSpPr/>
          <p:nvPr/>
        </p:nvSpPr>
        <p:spPr>
          <a:xfrm>
            <a:off x="6492240" y="234086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files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6492240" y="26151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1"/>
          <p:cNvSpPr/>
          <p:nvPr/>
        </p:nvSpPr>
        <p:spPr>
          <a:xfrm>
            <a:off x="6492240" y="28986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tabs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6492240" y="3172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PII</a:t>
            </a:r>
            <a:endParaRPr lang="en-US" sz="2000" dirty="0"/>
          </a:p>
        </p:txBody>
      </p:sp>
      <p:sp>
        <p:nvSpPr>
          <p:cNvPr id="32" name="Text 23"/>
          <p:cNvSpPr/>
          <p:nvPr/>
        </p:nvSpPr>
        <p:spPr>
          <a:xfrm>
            <a:off x="6492240" y="3456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6492240" y="37307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</a:t>
            </a:r>
            <a:endParaRPr lang="en-US" sz="2000" dirty="0"/>
          </a:p>
        </p:txBody>
      </p:sp>
      <p:sp>
        <p:nvSpPr>
          <p:cNvPr id="34" name="Text 25"/>
          <p:cNvSpPr/>
          <p:nvPr/>
        </p:nvSpPr>
        <p:spPr>
          <a:xfrm>
            <a:off x="6492240" y="40142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cycle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dashboard — 7 views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329184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4447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spend, requests, tokens, error rate — at a glance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29184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975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Explorer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2494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model, team, user — break down the bill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816352"/>
            <a:ext cx="329184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7797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Intelligence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0540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/ daily patterns — when are researchers most active?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621024"/>
            <a:ext cx="329184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21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584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8587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spend and activity (anonymized — user_001, etc.)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1609344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18470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rates and $ saved from prompt caching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2414016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26517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conversations grouped by session ID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3218688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3182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the Data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57800" y="34564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Q&amp;A powered by Claude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00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llmaven-prod-streamlit.azurewebsites.net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4572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3716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4572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9144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13716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4572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9144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3716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9560" y="4572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9144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09560" y="13716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365760" y="1508760"/>
            <a:ext cx="3977640" cy="14173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170992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764792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15568" y="17099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data ingestion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30352" y="225856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uploading full 80-90 day dump → dashboard shows complete picture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754880" y="1508760"/>
            <a:ext cx="3977640" cy="14173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919472" y="1709928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764792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504688" y="17099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 dataset generation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919472" y="225856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anonymized session data in training format for model fine-tuning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365760" y="3246120"/>
            <a:ext cx="3977640" cy="14173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30352" y="344728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502152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115568" y="34472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&amp; MCP usage evaluation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530352" y="39959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which tools, skills, and MCP servers researchers rely on most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4754880" y="3246120"/>
            <a:ext cx="3977640" cy="14173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919472" y="3447288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502152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504688" y="34472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Programmatic access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4919472" y="39959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API so teams can pull usage data into notebooks and reports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LLMaven Analytics Pipeline</dc:title>
  <dc:subject>PptxGenJS Presentation</dc:subject>
  <dc:creator>Bhagyashree Wagh</dc:creator>
  <cp:lastModifiedBy>Bhagyashree Wagh</cp:lastModifiedBy>
  <cp:revision>1</cp:revision>
  <dcterms:created xsi:type="dcterms:W3CDTF">2026-05-30T23:29:47Z</dcterms:created>
  <dcterms:modified xsi:type="dcterms:W3CDTF">2026-05-30T23:29:47Z</dcterms:modified>
</cp:coreProperties>
</file>